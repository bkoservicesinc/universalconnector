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731752" cy="502920"/>
          </a:xfrm>
          <a:prstGeom prst="roundRect">
            <a:avLst>
              <a:gd name="adj" fmla="val 6000"/>
            </a:avLst>
          </a:prstGeom>
          <a:solidFill>
            <a:srgbClr val="1028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UniversalConnector  — 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557799"/>
                </a:solidFill>
              </a:rPr>
              <a:t>.NET 10 Worker Service  ·  NATS JetStream  ·  PostgreSQL CDC  ·  Descriptor-Driven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1920240" cy="5577840"/>
          </a:xfrm>
          <a:prstGeom prst="roundRect">
            <a:avLst>
              <a:gd name="adj" fmla="val 5000"/>
            </a:avLst>
          </a:prstGeom>
          <a:solidFill>
            <a:srgbClr val="10283C"/>
          </a:solidFill>
          <a:ln w="9525">
            <a:solidFill>
              <a:srgbClr val="55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412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DATA 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3444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46304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CDC  (WAL)  /  Polling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87452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10312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Change Tracking  /  Polling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51460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74320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Change Streams  /  Polling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15468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38328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Streaming  /  Polling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4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79476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402336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Delta  /  Polling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8912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443484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HTTP / 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66344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Polling  /  Webhooks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29200"/>
            <a:ext cx="1737360" cy="566928"/>
          </a:xfrm>
          <a:prstGeom prst="roundRect">
            <a:avLst>
              <a:gd name="adj" fmla="val 4000"/>
            </a:avLst>
          </a:prstGeom>
          <a:solidFill>
            <a:srgbClr val="1453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5074920"/>
            <a:ext cx="1700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5303520"/>
            <a:ext cx="17007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IProtocolAdapter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822960"/>
            <a:ext cx="2011680" cy="5577840"/>
          </a:xfrm>
          <a:prstGeom prst="roundRect">
            <a:avLst>
              <a:gd name="adj" fmla="val 5000"/>
            </a:avLst>
          </a:prstGeom>
          <a:solidFill>
            <a:srgbClr val="10283C"/>
          </a:solidFill>
          <a:ln w="9525">
            <a:solidFill>
              <a:srgbClr val="55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84124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ADAPTER 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111556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557799"/>
                </a:solidFill>
              </a:rPr>
              <a:t>IProtocolAdapter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135331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146304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PostgresAdapter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199339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210312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SqlServerAdapter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63347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274320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MongoDbAdapter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327355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7168" y="338328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Neo4jAdapter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91363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87168" y="402336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DatabricksAdapter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55371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466344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HttpAdapter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5193792"/>
            <a:ext cx="1828800" cy="566928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7168" y="5303520"/>
            <a:ext cx="1792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CustomAdapter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822960"/>
            <a:ext cx="2468880" cy="5577840"/>
          </a:xfrm>
          <a:prstGeom prst="roundRect">
            <a:avLst>
              <a:gd name="adj" fmla="val 5000"/>
            </a:avLst>
          </a:prstGeom>
          <a:solidFill>
            <a:srgbClr val="10283C"/>
          </a:solidFill>
          <a:ln w="9525">
            <a:solidFill>
              <a:srgbClr val="55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84124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GENERIC  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9160" y="117043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45736" y="120700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DescriptorLoader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45736" y="142646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YAML / JSON → ConnectorDescriptor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176479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45736" y="180136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DescriptorValidator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5736" y="202082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Schema + constraint checks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9160" y="235915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45736" y="239572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DescriptorBootstrapService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45736" y="261518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IHostedService · startup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295351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45736" y="299008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ConnectorRegistry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736" y="320954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connectorId → IConnector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9160" y="354787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45736" y="358444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GenericConnector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45736" y="380390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BaseConnector + retry loop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414223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45736" y="417880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Snapshot Cache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45736" y="439826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previous_payload  (polling)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09160" y="473659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45736" y="477316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AdapterRegistry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5736" y="499262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sourceType → IProtocolAdapter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09160" y="5330952"/>
            <a:ext cx="2286000" cy="530352"/>
          </a:xfrm>
          <a:prstGeom prst="roundRect">
            <a:avLst>
              <a:gd name="adj" fmla="val 4000"/>
            </a:avLst>
          </a:prstGeom>
          <a:solidFill>
            <a:srgbClr val="0D6E6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45736" y="536752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MultiSourceGenericFactory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45736" y="558698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Descriptor → Connector factory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0" y="822960"/>
            <a:ext cx="2148840" cy="5577840"/>
          </a:xfrm>
          <a:prstGeom prst="roundRect">
            <a:avLst>
              <a:gd name="adj" fmla="val 5000"/>
            </a:avLst>
          </a:prstGeom>
          <a:solidFill>
            <a:srgbClr val="10283C"/>
          </a:solidFill>
          <a:ln w="9525">
            <a:solidFill>
              <a:srgbClr val="55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0" y="8412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HOST  LAYER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1170432"/>
            <a:ext cx="1965960" cy="731520"/>
          </a:xfrm>
          <a:prstGeom prst="roundRect">
            <a:avLst>
              <a:gd name="adj" fmla="val 4000"/>
            </a:avLst>
          </a:prstGeom>
          <a:solidFill>
            <a:srgbClr val="4A2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43216" y="1216152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ConnectorPipelineService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3216" y="1444752"/>
            <a:ext cx="1892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IHostedService
Orchestrates all connectors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06640" y="2011680"/>
            <a:ext cx="1965960" cy="731520"/>
          </a:xfrm>
          <a:prstGeom prst="roundRect">
            <a:avLst>
              <a:gd name="adj" fmla="val 4000"/>
            </a:avLst>
          </a:prstGeom>
          <a:solidFill>
            <a:srgbClr val="4A2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43216" y="2057400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NatsPublisher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43216" y="2286000"/>
            <a:ext cx="1892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INatsPublisher
NATS.Net 2.x publish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06640" y="2852928"/>
            <a:ext cx="1965960" cy="731520"/>
          </a:xfrm>
          <a:prstGeom prst="roundRect">
            <a:avLst>
              <a:gd name="adj" fmla="val 4000"/>
            </a:avLst>
          </a:prstGeom>
          <a:solidFill>
            <a:srgbClr val="4A2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43216" y="2898648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PostgresDataSink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43216" y="3127248"/>
            <a:ext cx="1892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IDataSink
Dapper INSERT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3694176"/>
            <a:ext cx="1965960" cy="731520"/>
          </a:xfrm>
          <a:prstGeom prst="roundRect">
            <a:avLst>
              <a:gd name="adj" fmla="val 4000"/>
            </a:avLst>
          </a:prstGeom>
          <a:solidFill>
            <a:srgbClr val="4A2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43216" y="3739896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ServiceCollectionExtensions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43216" y="3968496"/>
            <a:ext cx="1892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DI wiring
All registrations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06640" y="4535424"/>
            <a:ext cx="1965960" cy="731520"/>
          </a:xfrm>
          <a:prstGeom prst="roundRect">
            <a:avLst>
              <a:gd name="adj" fmla="val 4000"/>
            </a:avLst>
          </a:prstGeom>
          <a:solidFill>
            <a:srgbClr val="4A2A7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43216" y="4581144"/>
            <a:ext cx="1892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appsettings.json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43216" y="4809744"/>
            <a:ext cx="1892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BBCCDD"/>
                </a:solidFill>
              </a:rPr>
              <a:t>NatsOptions
PostgresSinkOptions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92640" y="822960"/>
            <a:ext cx="2267712" cy="5577840"/>
          </a:xfrm>
          <a:prstGeom prst="roundRect">
            <a:avLst>
              <a:gd name="adj" fmla="val 5000"/>
            </a:avLst>
          </a:prstGeom>
          <a:solidFill>
            <a:srgbClr val="10283C"/>
          </a:solidFill>
          <a:ln w="9525">
            <a:solidFill>
              <a:srgbClr val="55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0" y="841248"/>
            <a:ext cx="22677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A500"/>
                </a:solidFill>
              </a:rPr>
              <a:t>OUTPUTS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84080" y="1143000"/>
            <a:ext cx="2084832" cy="1645920"/>
          </a:xfrm>
          <a:prstGeom prst="roundRect">
            <a:avLst>
              <a:gd name="adj" fmla="val 4000"/>
            </a:avLst>
          </a:prstGeom>
          <a:solidFill>
            <a:srgbClr val="7A3C0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02368" y="1170432"/>
            <a:ext cx="2048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NATS JetStream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802368" y="1444752"/>
            <a:ext cx="20482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BBCCDD"/>
                </a:solidFill>
              </a:rPr>
              <a:t>Subject pattern: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02368" y="1609344"/>
            <a:ext cx="20482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{prefix}.{sourceType}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02368" y="1773936"/>
            <a:ext cx="20482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.{connectorId}.{changeType}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2926080"/>
            <a:ext cx="2084832" cy="1920240"/>
          </a:xfrm>
          <a:prstGeom prst="roundRect">
            <a:avLst>
              <a:gd name="adj" fmla="val 4000"/>
            </a:avLst>
          </a:prstGeom>
          <a:solidFill>
            <a:srgbClr val="7A3C0A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02368" y="2953512"/>
            <a:ext cx="2048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PostgreSQL  (CDCDB)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02368" y="3246120"/>
            <a:ext cx="20482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 i="0">
                <a:solidFill>
                  <a:srgbClr val="BBCCDD"/>
                </a:solidFill>
              </a:rPr>
              <a:t>Table:  data_changes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0656" y="345643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event_id  UUID  PK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20656" y="3680460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source_type  /  connector_id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20656" y="39044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entity_path  /  change_type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20656" y="412851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primary_key  JSONB  (GIN)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0656" y="435254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payload  /  previous_payload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20656" y="457657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BCCDD"/>
                </a:solidFill>
              </a:rPr>
              <a:t>▸  metadata  /  sequence_number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0" y="566928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0D6E6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44000" y="5742432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DataChangeEvent  (sealed record)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46888" y="6473952"/>
            <a:ext cx="164592" cy="164592"/>
          </a:xfrm>
          <a:prstGeom prst="roundRect">
            <a:avLst>
              <a:gd name="adj" fmla="val 2000"/>
            </a:avLst>
          </a:prstGeom>
          <a:solidFill>
            <a:srgbClr val="145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8056" y="646480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Data Source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78608" y="6473952"/>
            <a:ext cx="164592" cy="164592"/>
          </a:xfrm>
          <a:prstGeom prst="roundRect">
            <a:avLst>
              <a:gd name="adj" fmla="val 2000"/>
            </a:avLst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79776" y="646480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Protocol Adapter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6473952"/>
            <a:ext cx="164592" cy="164592"/>
          </a:xfrm>
          <a:prstGeom prst="roundRect">
            <a:avLst>
              <a:gd name="adj" fmla="val 2000"/>
            </a:avLst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11496" y="646480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Engine Component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42048" y="6473952"/>
            <a:ext cx="164592" cy="164592"/>
          </a:xfrm>
          <a:prstGeom prst="roundRect">
            <a:avLst>
              <a:gd name="adj" fmla="val 2000"/>
            </a:avLst>
          </a:prstGeom>
          <a:solidFill>
            <a:srgbClr val="4A2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43216" y="646480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Host / DI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73768" y="6473952"/>
            <a:ext cx="164592" cy="164592"/>
          </a:xfrm>
          <a:prstGeom prst="roundRect">
            <a:avLst>
              <a:gd name="adj" fmla="val 2000"/>
            </a:avLst>
          </a:prstGeom>
          <a:solidFill>
            <a:srgbClr val="7A3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774936" y="646480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Output / Sink</a:t>
            </a:r>
          </a:p>
        </p:txBody>
      </p:sp>
      <p:cxnSp>
        <p:nvCxnSpPr>
          <p:cNvPr id="1" name="Connector"/>
          <p:cNvCxnSpPr/>
          <p:nvPr/>
        </p:nvCxnSpPr>
        <p:spPr>
          <a:xfrm>
            <a:off x="2167128" y="147218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211226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275234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339242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403250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467258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2167128" y="5312664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163677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227685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291693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355701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419709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483717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4407408" y="5477256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7104888" y="3959352"/>
            <a:ext cx="210312" cy="1"/>
          </a:xfrm>
          <a:prstGeom prst="line">
            <a:avLst/>
          </a:prstGeom>
          <a:ln w="19050">
            <a:solidFill>
              <a:srgbClr val="00D4FF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9482328" y="1965960"/>
            <a:ext cx="210312" cy="1"/>
          </a:xfrm>
          <a:prstGeom prst="line">
            <a:avLst/>
          </a:prstGeom>
          <a:ln w="19050">
            <a:solidFill>
              <a:srgbClr val="FFA500"/>
            </a:solidFill>
            <a:tailEnd type="arrow" w="sm" len="sm"/>
          </a:ln>
        </p:spPr>
      </p:cxnSp>
      <p:cxnSp>
        <p:nvCxnSpPr>
          <p:cNvPr id="1" name="Connector"/>
          <p:cNvCxnSpPr/>
          <p:nvPr/>
        </p:nvCxnSpPr>
        <p:spPr>
          <a:xfrm>
            <a:off x="9482328" y="3886200"/>
            <a:ext cx="210312" cy="1"/>
          </a:xfrm>
          <a:prstGeom prst="line">
            <a:avLst/>
          </a:prstGeom>
          <a:ln w="19050">
            <a:solidFill>
              <a:srgbClr val="FFA500"/>
            </a:solidFill>
            <a:tailEnd type="arrow" w="sm" len="sm"/>
          </a:ln>
        </p:spPr>
      </p:cxnSp>
      <p:sp>
        <p:nvSpPr>
          <p:cNvPr id="116" name="TextBox 115"/>
          <p:cNvSpPr txBox="1"/>
          <p:nvPr/>
        </p:nvSpPr>
        <p:spPr>
          <a:xfrm>
            <a:off x="228600" y="6693408"/>
            <a:ext cx="1173175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1">
                <a:solidFill>
                  <a:srgbClr val="557799"/>
                </a:solidFill>
              </a:rPr>
              <a:t>UniversalConnector  ·  BKO Services  ·  .NET 10  ·  NATS.Net 2.x  ·  Npgsql 10.x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